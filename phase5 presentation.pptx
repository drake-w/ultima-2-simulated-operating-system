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7" r:id="rId15"/>
    <p:sldId id="288" r:id="rId16"/>
    <p:sldId id="286" r:id="rId17"/>
    <p:sldId id="269" r:id="rId18"/>
    <p:sldId id="272" r:id="rId19"/>
    <p:sldId id="278" r:id="rId20"/>
    <p:sldId id="271" r:id="rId21"/>
    <p:sldId id="274" r:id="rId22"/>
    <p:sldId id="285" r:id="rId23"/>
    <p:sldId id="279" r:id="rId24"/>
    <p:sldId id="283" r:id="rId25"/>
    <p:sldId id="282" r:id="rId26"/>
    <p:sldId id="287" r:id="rId27"/>
    <p:sldId id="268" r:id="rId28"/>
    <p:sldId id="280" r:id="rId29"/>
    <p:sldId id="275" r:id="rId30"/>
    <p:sldId id="276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512032-1E17-4F34-91A0-8718753EA2AC}" v="73" dt="2019-04-30T15:41:38.9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42" autoAdjust="0"/>
    <p:restoredTop sz="94660"/>
  </p:normalViewPr>
  <p:slideViewPr>
    <p:cSldViewPr snapToGrid="0">
      <p:cViewPr>
        <p:scale>
          <a:sx n="85" d="100"/>
          <a:sy n="85" d="100"/>
        </p:scale>
        <p:origin x="326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ke Wood" userId="de25c2bc060809e4" providerId="LiveId" clId="{C8512032-1E17-4F34-91A0-8718753EA2AC}"/>
    <pc:docChg chg="undo custSel addSld delSld modSld">
      <pc:chgData name="Drake Wood" userId="de25c2bc060809e4" providerId="LiveId" clId="{C8512032-1E17-4F34-91A0-8718753EA2AC}" dt="2019-04-30T15:41:40.646" v="1471" actId="1076"/>
      <pc:docMkLst>
        <pc:docMk/>
      </pc:docMkLst>
      <pc:sldChg chg="addSp modSp">
        <pc:chgData name="Drake Wood" userId="de25c2bc060809e4" providerId="LiveId" clId="{C8512032-1E17-4F34-91A0-8718753EA2AC}" dt="2019-04-30T14:29:45.335" v="1152" actId="1076"/>
        <pc:sldMkLst>
          <pc:docMk/>
          <pc:sldMk cId="1400517578" sldId="264"/>
        </pc:sldMkLst>
        <pc:spChg chg="mod">
          <ac:chgData name="Drake Wood" userId="de25c2bc060809e4" providerId="LiveId" clId="{C8512032-1E17-4F34-91A0-8718753EA2AC}" dt="2019-04-30T14:29:12.207" v="1149" actId="20577"/>
          <ac:spMkLst>
            <pc:docMk/>
            <pc:sldMk cId="1400517578" sldId="264"/>
            <ac:spMk id="3" creationId="{F9DC5653-0CEF-4FC7-ACEB-C48167324057}"/>
          </ac:spMkLst>
        </pc:spChg>
        <pc:spChg chg="add mod">
          <ac:chgData name="Drake Wood" userId="de25c2bc060809e4" providerId="LiveId" clId="{C8512032-1E17-4F34-91A0-8718753EA2AC}" dt="2019-04-30T14:29:45.335" v="1152" actId="1076"/>
          <ac:spMkLst>
            <pc:docMk/>
            <pc:sldMk cId="1400517578" sldId="264"/>
            <ac:spMk id="4" creationId="{A44451E7-4F11-4D32-9C1F-BDD9A31142B8}"/>
          </ac:spMkLst>
        </pc:spChg>
      </pc:sldChg>
      <pc:sldChg chg="modSp">
        <pc:chgData name="Drake Wood" userId="de25c2bc060809e4" providerId="LiveId" clId="{C8512032-1E17-4F34-91A0-8718753EA2AC}" dt="2019-04-30T14:31:40.510" v="1211" actId="20578"/>
        <pc:sldMkLst>
          <pc:docMk/>
          <pc:sldMk cId="2737439653" sldId="266"/>
        </pc:sldMkLst>
        <pc:spChg chg="mod">
          <ac:chgData name="Drake Wood" userId="de25c2bc060809e4" providerId="LiveId" clId="{C8512032-1E17-4F34-91A0-8718753EA2AC}" dt="2019-04-30T14:31:40.510" v="1211" actId="20578"/>
          <ac:spMkLst>
            <pc:docMk/>
            <pc:sldMk cId="2737439653" sldId="266"/>
            <ac:spMk id="3" creationId="{A7305512-004B-4275-AF40-1E36FE9B8DB3}"/>
          </ac:spMkLst>
        </pc:spChg>
      </pc:sldChg>
      <pc:sldChg chg="modSp">
        <pc:chgData name="Drake Wood" userId="de25c2bc060809e4" providerId="LiveId" clId="{C8512032-1E17-4F34-91A0-8718753EA2AC}" dt="2019-04-30T14:35:42.773" v="1453" actId="20577"/>
        <pc:sldMkLst>
          <pc:docMk/>
          <pc:sldMk cId="923596246" sldId="267"/>
        </pc:sldMkLst>
        <pc:spChg chg="mod">
          <ac:chgData name="Drake Wood" userId="de25c2bc060809e4" providerId="LiveId" clId="{C8512032-1E17-4F34-91A0-8718753EA2AC}" dt="2019-04-30T14:35:42.773" v="1453" actId="20577"/>
          <ac:spMkLst>
            <pc:docMk/>
            <pc:sldMk cId="923596246" sldId="267"/>
            <ac:spMk id="3" creationId="{5C61AD28-8B1E-4254-9578-B4DD8120637A}"/>
          </ac:spMkLst>
        </pc:spChg>
      </pc:sldChg>
      <pc:sldChg chg="modSp add">
        <pc:chgData name="Drake Wood" userId="de25c2bc060809e4" providerId="LiveId" clId="{C8512032-1E17-4F34-91A0-8718753EA2AC}" dt="2019-04-30T14:35:17.736" v="1452" actId="20577"/>
        <pc:sldMkLst>
          <pc:docMk/>
          <pc:sldMk cId="823154206" sldId="268"/>
        </pc:sldMkLst>
        <pc:spChg chg="mod">
          <ac:chgData name="Drake Wood" userId="de25c2bc060809e4" providerId="LiveId" clId="{C8512032-1E17-4F34-91A0-8718753EA2AC}" dt="2019-04-30T12:37:00.399" v="42" actId="313"/>
          <ac:spMkLst>
            <pc:docMk/>
            <pc:sldMk cId="823154206" sldId="268"/>
            <ac:spMk id="2" creationId="{B445D5D6-7D6A-4165-9FDB-201401ABC049}"/>
          </ac:spMkLst>
        </pc:spChg>
        <pc:spChg chg="mod">
          <ac:chgData name="Drake Wood" userId="de25c2bc060809e4" providerId="LiveId" clId="{C8512032-1E17-4F34-91A0-8718753EA2AC}" dt="2019-04-30T14:35:17.736" v="1452" actId="20577"/>
          <ac:spMkLst>
            <pc:docMk/>
            <pc:sldMk cId="823154206" sldId="268"/>
            <ac:spMk id="3" creationId="{CACFE881-6C65-4B06-B621-2B8788E9ABE2}"/>
          </ac:spMkLst>
        </pc:spChg>
      </pc:sldChg>
      <pc:sldChg chg="modSp add">
        <pc:chgData name="Drake Wood" userId="de25c2bc060809e4" providerId="LiveId" clId="{C8512032-1E17-4F34-91A0-8718753EA2AC}" dt="2019-04-30T13:05:42.720" v="488" actId="20577"/>
        <pc:sldMkLst>
          <pc:docMk/>
          <pc:sldMk cId="4021644420" sldId="269"/>
        </pc:sldMkLst>
        <pc:spChg chg="mod">
          <ac:chgData name="Drake Wood" userId="de25c2bc060809e4" providerId="LiveId" clId="{C8512032-1E17-4F34-91A0-8718753EA2AC}" dt="2019-04-30T13:01:03.942" v="213" actId="20577"/>
          <ac:spMkLst>
            <pc:docMk/>
            <pc:sldMk cId="4021644420" sldId="269"/>
            <ac:spMk id="2" creationId="{9030DCCA-D7B7-459C-9EEE-9E5C4D5C0537}"/>
          </ac:spMkLst>
        </pc:spChg>
        <pc:spChg chg="mod">
          <ac:chgData name="Drake Wood" userId="de25c2bc060809e4" providerId="LiveId" clId="{C8512032-1E17-4F34-91A0-8718753EA2AC}" dt="2019-04-30T13:05:42.720" v="488" actId="20577"/>
          <ac:spMkLst>
            <pc:docMk/>
            <pc:sldMk cId="4021644420" sldId="269"/>
            <ac:spMk id="3" creationId="{752914AE-3684-44EF-A731-DFA772CE8E3F}"/>
          </ac:spMkLst>
        </pc:spChg>
      </pc:sldChg>
      <pc:sldChg chg="modSp add">
        <pc:chgData name="Drake Wood" userId="de25c2bc060809e4" providerId="LiveId" clId="{C8512032-1E17-4F34-91A0-8718753EA2AC}" dt="2019-04-30T14:33:07.545" v="1362" actId="20577"/>
        <pc:sldMkLst>
          <pc:docMk/>
          <pc:sldMk cId="2480457708" sldId="270"/>
        </pc:sldMkLst>
        <pc:spChg chg="mod">
          <ac:chgData name="Drake Wood" userId="de25c2bc060809e4" providerId="LiveId" clId="{C8512032-1E17-4F34-91A0-8718753EA2AC}" dt="2019-04-30T13:15:28.240" v="633" actId="313"/>
          <ac:spMkLst>
            <pc:docMk/>
            <pc:sldMk cId="2480457708" sldId="270"/>
            <ac:spMk id="2" creationId="{C4CF4CAB-16EB-49D0-9F54-5CC5C285D1CD}"/>
          </ac:spMkLst>
        </pc:spChg>
        <pc:spChg chg="mod">
          <ac:chgData name="Drake Wood" userId="de25c2bc060809e4" providerId="LiveId" clId="{C8512032-1E17-4F34-91A0-8718753EA2AC}" dt="2019-04-30T14:33:07.545" v="1362" actId="20577"/>
          <ac:spMkLst>
            <pc:docMk/>
            <pc:sldMk cId="2480457708" sldId="270"/>
            <ac:spMk id="3" creationId="{9EA6B119-4B68-46D4-9943-433CF048F9A8}"/>
          </ac:spMkLst>
        </pc:spChg>
      </pc:sldChg>
      <pc:sldChg chg="modSp add">
        <pc:chgData name="Drake Wood" userId="de25c2bc060809e4" providerId="LiveId" clId="{C8512032-1E17-4F34-91A0-8718753EA2AC}" dt="2019-04-30T13:10:13.945" v="612" actId="20577"/>
        <pc:sldMkLst>
          <pc:docMk/>
          <pc:sldMk cId="2502610320" sldId="271"/>
        </pc:sldMkLst>
        <pc:spChg chg="mod">
          <ac:chgData name="Drake Wood" userId="de25c2bc060809e4" providerId="LiveId" clId="{C8512032-1E17-4F34-91A0-8718753EA2AC}" dt="2019-04-30T13:05:56.062" v="498" actId="313"/>
          <ac:spMkLst>
            <pc:docMk/>
            <pc:sldMk cId="2502610320" sldId="271"/>
            <ac:spMk id="2" creationId="{112F466D-C0CA-4909-91F8-38C3A0C788A6}"/>
          </ac:spMkLst>
        </pc:spChg>
        <pc:spChg chg="mod">
          <ac:chgData name="Drake Wood" userId="de25c2bc060809e4" providerId="LiveId" clId="{C8512032-1E17-4F34-91A0-8718753EA2AC}" dt="2019-04-30T13:10:13.945" v="612" actId="20577"/>
          <ac:spMkLst>
            <pc:docMk/>
            <pc:sldMk cId="2502610320" sldId="271"/>
            <ac:spMk id="3" creationId="{F38EB51E-4D3A-43CA-9FFB-613CF3BB0275}"/>
          </ac:spMkLst>
        </pc:spChg>
      </pc:sldChg>
      <pc:sldChg chg="delSp modSp">
        <pc:chgData name="Drake Wood" userId="de25c2bc060809e4" providerId="LiveId" clId="{C8512032-1E17-4F34-91A0-8718753EA2AC}" dt="2019-04-30T15:41:13.086" v="1455"/>
        <pc:sldMkLst>
          <pc:docMk/>
          <pc:sldMk cId="3169543746" sldId="272"/>
        </pc:sldMkLst>
        <pc:spChg chg="mod">
          <ac:chgData name="Drake Wood" userId="de25c2bc060809e4" providerId="LiveId" clId="{C8512032-1E17-4F34-91A0-8718753EA2AC}" dt="2019-04-30T14:00:18.317" v="910" actId="207"/>
          <ac:spMkLst>
            <pc:docMk/>
            <pc:sldMk cId="3169543746" sldId="272"/>
            <ac:spMk id="3" creationId="{752914AE-3684-44EF-A731-DFA772CE8E3F}"/>
          </ac:spMkLst>
        </pc:spChg>
        <pc:picChg chg="del">
          <ac:chgData name="Drake Wood" userId="de25c2bc060809e4" providerId="LiveId" clId="{C8512032-1E17-4F34-91A0-8718753EA2AC}" dt="2019-04-30T15:41:13.086" v="1455"/>
          <ac:picMkLst>
            <pc:docMk/>
            <pc:sldMk cId="3169543746" sldId="272"/>
            <ac:picMk id="4" creationId="{2F00E279-EE74-4282-9AB7-753E280FCBEE}"/>
          </ac:picMkLst>
        </pc:picChg>
      </pc:sldChg>
      <pc:sldChg chg="add del">
        <pc:chgData name="Drake Wood" userId="de25c2bc060809e4" providerId="LiveId" clId="{C8512032-1E17-4F34-91A0-8718753EA2AC}" dt="2019-04-30T14:33:41.712" v="1363" actId="2696"/>
        <pc:sldMkLst>
          <pc:docMk/>
          <pc:sldMk cId="2097507447" sldId="273"/>
        </pc:sldMkLst>
      </pc:sldChg>
      <pc:sldChg chg="modSp add">
        <pc:chgData name="Drake Wood" userId="de25c2bc060809e4" providerId="LiveId" clId="{C8512032-1E17-4F34-91A0-8718753EA2AC}" dt="2019-04-30T14:03:28.770" v="923" actId="207"/>
        <pc:sldMkLst>
          <pc:docMk/>
          <pc:sldMk cId="3270750101" sldId="274"/>
        </pc:sldMkLst>
        <pc:spChg chg="mod">
          <ac:chgData name="Drake Wood" userId="de25c2bc060809e4" providerId="LiveId" clId="{C8512032-1E17-4F34-91A0-8718753EA2AC}" dt="2019-04-30T14:03:28.770" v="923" actId="207"/>
          <ac:spMkLst>
            <pc:docMk/>
            <pc:sldMk cId="3270750101" sldId="274"/>
            <ac:spMk id="3" creationId="{F38EB51E-4D3A-43CA-9FFB-613CF3BB0275}"/>
          </ac:spMkLst>
        </pc:spChg>
      </pc:sldChg>
      <pc:sldChg chg="modSp add">
        <pc:chgData name="Drake Wood" userId="de25c2bc060809e4" providerId="LiveId" clId="{C8512032-1E17-4F34-91A0-8718753EA2AC}" dt="2019-04-30T14:12:00.217" v="945" actId="207"/>
        <pc:sldMkLst>
          <pc:docMk/>
          <pc:sldMk cId="2935090236" sldId="275"/>
        </pc:sldMkLst>
        <pc:spChg chg="mod">
          <ac:chgData name="Drake Wood" userId="de25c2bc060809e4" providerId="LiveId" clId="{C8512032-1E17-4F34-91A0-8718753EA2AC}" dt="2019-04-30T14:12:00.217" v="945" actId="207"/>
          <ac:spMkLst>
            <pc:docMk/>
            <pc:sldMk cId="2935090236" sldId="275"/>
            <ac:spMk id="3" creationId="{CACFE881-6C65-4B06-B621-2B8788E9ABE2}"/>
          </ac:spMkLst>
        </pc:spChg>
      </pc:sldChg>
      <pc:sldChg chg="modSp add">
        <pc:chgData name="Drake Wood" userId="de25c2bc060809e4" providerId="LiveId" clId="{C8512032-1E17-4F34-91A0-8718753EA2AC}" dt="2019-04-30T14:16:22.593" v="958" actId="207"/>
        <pc:sldMkLst>
          <pc:docMk/>
          <pc:sldMk cId="363588586" sldId="276"/>
        </pc:sldMkLst>
        <pc:spChg chg="mod">
          <ac:chgData name="Drake Wood" userId="de25c2bc060809e4" providerId="LiveId" clId="{C8512032-1E17-4F34-91A0-8718753EA2AC}" dt="2019-04-30T14:16:22.593" v="958" actId="207"/>
          <ac:spMkLst>
            <pc:docMk/>
            <pc:sldMk cId="363588586" sldId="276"/>
            <ac:spMk id="3" creationId="{CACFE881-6C65-4B06-B621-2B8788E9ABE2}"/>
          </ac:spMkLst>
        </pc:spChg>
      </pc:sldChg>
      <pc:sldChg chg="add">
        <pc:chgData name="Drake Wood" userId="de25c2bc060809e4" providerId="LiveId" clId="{C8512032-1E17-4F34-91A0-8718753EA2AC}" dt="2019-04-30T15:40:55.725" v="1454"/>
        <pc:sldMkLst>
          <pc:docMk/>
          <pc:sldMk cId="2284196699" sldId="277"/>
        </pc:sldMkLst>
      </pc:sldChg>
      <pc:sldChg chg="addSp delSp modSp add">
        <pc:chgData name="Drake Wood" userId="de25c2bc060809e4" providerId="LiveId" clId="{C8512032-1E17-4F34-91A0-8718753EA2AC}" dt="2019-04-30T15:41:21.583" v="1459" actId="962"/>
        <pc:sldMkLst>
          <pc:docMk/>
          <pc:sldMk cId="1027919614" sldId="278"/>
        </pc:sldMkLst>
        <pc:spChg chg="del">
          <ac:chgData name="Drake Wood" userId="de25c2bc060809e4" providerId="LiveId" clId="{C8512032-1E17-4F34-91A0-8718753EA2AC}" dt="2019-04-30T15:41:19.607" v="1457"/>
          <ac:spMkLst>
            <pc:docMk/>
            <pc:sldMk cId="1027919614" sldId="278"/>
            <ac:spMk id="3" creationId="{4468D250-1350-400D-898F-A03FF84451CE}"/>
          </ac:spMkLst>
        </pc:spChg>
        <pc:picChg chg="add mod">
          <ac:chgData name="Drake Wood" userId="de25c2bc060809e4" providerId="LiveId" clId="{C8512032-1E17-4F34-91A0-8718753EA2AC}" dt="2019-04-30T15:41:21.583" v="1459" actId="962"/>
          <ac:picMkLst>
            <pc:docMk/>
            <pc:sldMk cId="1027919614" sldId="278"/>
            <ac:picMk id="5" creationId="{B7538621-890E-45E3-B965-2968B2262BFA}"/>
          </ac:picMkLst>
        </pc:picChg>
      </pc:sldChg>
      <pc:sldChg chg="addSp delSp modSp add">
        <pc:chgData name="Drake Wood" userId="de25c2bc060809e4" providerId="LiveId" clId="{C8512032-1E17-4F34-91A0-8718753EA2AC}" dt="2019-04-30T15:41:28.312" v="1462" actId="27614"/>
        <pc:sldMkLst>
          <pc:docMk/>
          <pc:sldMk cId="3329937859" sldId="279"/>
        </pc:sldMkLst>
        <pc:spChg chg="del">
          <ac:chgData name="Drake Wood" userId="de25c2bc060809e4" providerId="LiveId" clId="{C8512032-1E17-4F34-91A0-8718753EA2AC}" dt="2019-04-30T15:41:26.812" v="1461"/>
          <ac:spMkLst>
            <pc:docMk/>
            <pc:sldMk cId="3329937859" sldId="279"/>
            <ac:spMk id="3" creationId="{F5EBA16D-DD3B-4882-AED3-32B22EDAF027}"/>
          </ac:spMkLst>
        </pc:spChg>
        <pc:picChg chg="add mod">
          <ac:chgData name="Drake Wood" userId="de25c2bc060809e4" providerId="LiveId" clId="{C8512032-1E17-4F34-91A0-8718753EA2AC}" dt="2019-04-30T15:41:28.312" v="1462" actId="27614"/>
          <ac:picMkLst>
            <pc:docMk/>
            <pc:sldMk cId="3329937859" sldId="279"/>
            <ac:picMk id="5" creationId="{438F952E-28C7-4FC0-B6B3-0A3912CF5177}"/>
          </ac:picMkLst>
        </pc:picChg>
      </pc:sldChg>
      <pc:sldChg chg="addSp delSp modSp add">
        <pc:chgData name="Drake Wood" userId="de25c2bc060809e4" providerId="LiveId" clId="{C8512032-1E17-4F34-91A0-8718753EA2AC}" dt="2019-04-30T15:41:40.646" v="1471" actId="1076"/>
        <pc:sldMkLst>
          <pc:docMk/>
          <pc:sldMk cId="1550287035" sldId="280"/>
        </pc:sldMkLst>
        <pc:spChg chg="del">
          <ac:chgData name="Drake Wood" userId="de25c2bc060809e4" providerId="LiveId" clId="{C8512032-1E17-4F34-91A0-8718753EA2AC}" dt="2019-04-30T15:41:36.421" v="1464"/>
          <ac:spMkLst>
            <pc:docMk/>
            <pc:sldMk cId="1550287035" sldId="280"/>
            <ac:spMk id="3" creationId="{9627E5A9-2A12-4612-BB65-D3D6762034C1}"/>
          </ac:spMkLst>
        </pc:spChg>
        <pc:picChg chg="add mod">
          <ac:chgData name="Drake Wood" userId="de25c2bc060809e4" providerId="LiveId" clId="{C8512032-1E17-4F34-91A0-8718753EA2AC}" dt="2019-04-30T15:41:40.646" v="1471" actId="1076"/>
          <ac:picMkLst>
            <pc:docMk/>
            <pc:sldMk cId="1550287035" sldId="280"/>
            <ac:picMk id="5" creationId="{DEEA3EFF-BBE1-4E5A-84E0-7EBCB3ACA3B3}"/>
          </ac:picMkLst>
        </pc:picChg>
        <pc:picChg chg="add mod">
          <ac:chgData name="Drake Wood" userId="de25c2bc060809e4" providerId="LiveId" clId="{C8512032-1E17-4F34-91A0-8718753EA2AC}" dt="2019-04-30T15:41:40.090" v="1470" actId="962"/>
          <ac:picMkLst>
            <pc:docMk/>
            <pc:sldMk cId="1550287035" sldId="280"/>
            <ac:picMk id="7" creationId="{43E04F55-30D9-4CE1-BF03-42CBC8B2C08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2EE9-4F16-42FD-9083-B6A56A53B414}" type="datetimeFigureOut">
              <a:rPr lang="en-US" smtClean="0"/>
              <a:t>4/30/2019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BB82B-6760-44D2-97E2-A467C51AA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511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2EE9-4F16-42FD-9083-B6A56A53B414}" type="datetimeFigureOut">
              <a:rPr lang="en-US" smtClean="0"/>
              <a:t>4/30/2019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BB82B-6760-44D2-97E2-A467C51AA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822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2EE9-4F16-42FD-9083-B6A56A53B414}" type="datetimeFigureOut">
              <a:rPr lang="en-US" smtClean="0"/>
              <a:t>4/30/2019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BB82B-6760-44D2-97E2-A467C51AA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1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2EE9-4F16-42FD-9083-B6A56A53B414}" type="datetimeFigureOut">
              <a:rPr lang="en-US" smtClean="0"/>
              <a:t>4/30/2019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BB82B-6760-44D2-97E2-A467C51AA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041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2EE9-4F16-42FD-9083-B6A56A53B414}" type="datetimeFigureOut">
              <a:rPr lang="en-US" smtClean="0"/>
              <a:t>4/30/2019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BB82B-6760-44D2-97E2-A467C51AA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897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2EE9-4F16-42FD-9083-B6A56A53B414}" type="datetimeFigureOut">
              <a:rPr lang="en-US" smtClean="0"/>
              <a:t>4/30/2019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BB82B-6760-44D2-97E2-A467C51AA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489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2EE9-4F16-42FD-9083-B6A56A53B414}" type="datetimeFigureOut">
              <a:rPr lang="en-US" smtClean="0"/>
              <a:t>4/30/2019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BB82B-6760-44D2-97E2-A467C51AA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100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2EE9-4F16-42FD-9083-B6A56A53B414}" type="datetimeFigureOut">
              <a:rPr lang="en-US" smtClean="0"/>
              <a:t>4/30/2019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BB82B-6760-44D2-97E2-A467C51AA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049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2EE9-4F16-42FD-9083-B6A56A53B414}" type="datetimeFigureOut">
              <a:rPr lang="en-US" smtClean="0"/>
              <a:t>4/30/2019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BB82B-6760-44D2-97E2-A467C51AA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664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2EE9-4F16-42FD-9083-B6A56A53B414}" type="datetimeFigureOut">
              <a:rPr lang="en-US" smtClean="0"/>
              <a:t>4/30/2019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BB82B-6760-44D2-97E2-A467C51AA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636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2EE9-4F16-42FD-9083-B6A56A53B414}" type="datetimeFigureOut">
              <a:rPr lang="en-US" smtClean="0"/>
              <a:t>4/30/2019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BB82B-6760-44D2-97E2-A467C51AA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662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2EE9-4F16-42FD-9083-B6A56A53B414}" type="datetimeFigureOut">
              <a:rPr lang="en-US" smtClean="0"/>
              <a:t>4/30/2019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BB82B-6760-44D2-97E2-A467C51AA44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19579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2EE9-4F16-42FD-9083-B6A56A53B414}" type="datetimeFigureOut">
              <a:rPr lang="en-US" smtClean="0"/>
              <a:t>4/30/2019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BB82B-6760-44D2-97E2-A467C51AA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99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2EE9-4F16-42FD-9083-B6A56A53B414}" type="datetimeFigureOut">
              <a:rPr lang="en-US" smtClean="0"/>
              <a:t>4/30/2019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BB82B-6760-44D2-97E2-A467C51AA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5521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2EE9-4F16-42FD-9083-B6A56A53B414}" type="datetimeFigureOut">
              <a:rPr lang="en-US" smtClean="0"/>
              <a:t>4/30/2019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BB82B-6760-44D2-97E2-A467C51AA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7806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2EE9-4F16-42FD-9083-B6A56A53B414}" type="datetimeFigureOut">
              <a:rPr lang="en-US" smtClean="0"/>
              <a:t>4/30/2019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BB82B-6760-44D2-97E2-A467C51AA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9111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2EE9-4F16-42FD-9083-B6A56A53B414}" type="datetimeFigureOut">
              <a:rPr lang="en-US" smtClean="0"/>
              <a:t>4/30/2019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BB82B-6760-44D2-97E2-A467C51AA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658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4092EE9-4F16-42FD-9083-B6A56A53B414}" type="datetimeFigureOut">
              <a:rPr lang="en-US" smtClean="0"/>
              <a:t>4/30/2019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83BB82B-6760-44D2-97E2-A467C51AA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4901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A8081D-2CAF-46E4-B965-6B5F7E5CC7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Ultima 2.0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FA41350-0342-4932-9094-08FBE8C2F1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Drake Wood – James </a:t>
            </a:r>
            <a:r>
              <a:rPr lang="en-US" dirty="0" err="1"/>
              <a:t>Geigerich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308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51D838F-BC08-4FBE-A8F6-922D984BB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Semaphore.h</a:t>
            </a:r>
            <a:r>
              <a:rPr lang="en-US" dirty="0"/>
              <a:t> - Mutual exclusion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90871D8-0BFF-44CF-8C1A-A78C69059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Protects resources</a:t>
            </a:r>
          </a:p>
          <a:p>
            <a:r>
              <a:rPr lang="en-US" dirty="0"/>
              <a:t>Binary semaphore  </a:t>
            </a:r>
          </a:p>
          <a:p>
            <a:r>
              <a:rPr lang="en-US" dirty="0"/>
              <a:t>Uses Queue template class</a:t>
            </a:r>
          </a:p>
          <a:p>
            <a:r>
              <a:rPr lang="en-US" dirty="0"/>
              <a:t>Blocked processes wait in queue</a:t>
            </a:r>
          </a:p>
          <a:p>
            <a:r>
              <a:rPr lang="en-US" dirty="0"/>
              <a:t>Multiple semaphores for different resources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50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87B8C3-25BC-4BF6-8F7A-BCA7E3115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Scheduler.h</a:t>
            </a:r>
            <a:r>
              <a:rPr lang="en-US" dirty="0"/>
              <a:t> – Round Robin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10BCA8A-382C-4CC7-A6EC-305FA37C3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control over processes</a:t>
            </a:r>
          </a:p>
          <a:p>
            <a:r>
              <a:rPr lang="en-US" dirty="0"/>
              <a:t>States and info held in TCB – task control block</a:t>
            </a:r>
          </a:p>
          <a:p>
            <a:r>
              <a:rPr lang="en-US" dirty="0"/>
              <a:t>Template Queue  of TCBs</a:t>
            </a:r>
          </a:p>
          <a:p>
            <a:r>
              <a:rPr lang="en-US" dirty="0"/>
              <a:t>Running, Ready, Blocked</a:t>
            </a:r>
          </a:p>
          <a:p>
            <a:r>
              <a:rPr lang="en-US" dirty="0"/>
              <a:t>Self yielding</a:t>
            </a:r>
          </a:p>
        </p:txBody>
      </p:sp>
    </p:spTree>
    <p:extLst>
      <p:ext uri="{BB962C8B-B14F-4D97-AF65-F5344CB8AC3E}">
        <p14:creationId xmlns:p14="http://schemas.microsoft.com/office/powerpoint/2010/main" val="937040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01C3F7A-BEDA-4B76-B83E-193A30C4D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IPC.h</a:t>
            </a:r>
            <a:r>
              <a:rPr lang="en-US" dirty="0"/>
              <a:t> – Inter Process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7D69E4D-1A1C-41F5-971B-313988E9B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Facilitate message passing between processes</a:t>
            </a:r>
          </a:p>
          <a:p>
            <a:r>
              <a:rPr lang="en-US" dirty="0"/>
              <a:t>Send and receive </a:t>
            </a:r>
          </a:p>
          <a:p>
            <a:r>
              <a:rPr lang="en-US" dirty="0"/>
              <a:t>Mailbox functionality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915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C045DC-8ABA-4DA0-A018-F9497FDFA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Memory.h</a:t>
            </a:r>
            <a:r>
              <a:rPr lang="en-US" dirty="0"/>
              <a:t> – Memory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096A6D5-7BDB-4104-8437-2CEDC491D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  an array as a memory space</a:t>
            </a:r>
          </a:p>
          <a:p>
            <a:r>
              <a:rPr lang="en-US" dirty="0"/>
              <a:t>Allocates memory for processes upon request</a:t>
            </a:r>
          </a:p>
          <a:p>
            <a:r>
              <a:rPr lang="en-US" dirty="0"/>
              <a:t>Reads and writes</a:t>
            </a:r>
          </a:p>
          <a:p>
            <a:r>
              <a:rPr lang="en-US" dirty="0"/>
              <a:t>Cleanup </a:t>
            </a:r>
          </a:p>
        </p:txBody>
      </p:sp>
    </p:spTree>
    <p:extLst>
      <p:ext uri="{BB962C8B-B14F-4D97-AF65-F5344CB8AC3E}">
        <p14:creationId xmlns:p14="http://schemas.microsoft.com/office/powerpoint/2010/main" val="4040164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811E21-E649-4C2B-AD0B-82277E1D2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UFS.h</a:t>
            </a:r>
            <a:r>
              <a:rPr lang="en-US" dirty="0"/>
              <a:t> – Ultima File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6240AF0-4269-4489-9610-8CBFB2369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 file for data split into blocks</a:t>
            </a:r>
          </a:p>
          <a:p>
            <a:r>
              <a:rPr lang="en-US" dirty="0" err="1"/>
              <a:t>Inodes</a:t>
            </a:r>
            <a:r>
              <a:rPr lang="en-US" dirty="0"/>
              <a:t> contain all of the information about the file</a:t>
            </a:r>
          </a:p>
          <a:p>
            <a:r>
              <a:rPr lang="en-US" dirty="0" err="1"/>
              <a:t>Inodes</a:t>
            </a:r>
            <a:r>
              <a:rPr lang="en-US" dirty="0"/>
              <a:t> are contained in another file</a:t>
            </a:r>
          </a:p>
          <a:p>
            <a:r>
              <a:rPr lang="en-US" dirty="0" err="1"/>
              <a:t>Name|ID|StartBlock|Size|Permissions|Blocks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639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A8F64E-2BEA-41B5-BA02-3D8DDB743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Queue.h</a:t>
            </a:r>
            <a:r>
              <a:rPr lang="en-US" dirty="0"/>
              <a:t> – Template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3604276-9A6C-4BE6-A39D-A7AD2D179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the base used for classes</a:t>
            </a:r>
          </a:p>
          <a:p>
            <a:r>
              <a:rPr lang="en-US" dirty="0"/>
              <a:t>Linked list </a:t>
            </a:r>
          </a:p>
          <a:p>
            <a:r>
              <a:rPr lang="en-US" dirty="0"/>
              <a:t>Dequeue is used to cycle nodes within other classes</a:t>
            </a:r>
          </a:p>
        </p:txBody>
      </p:sp>
    </p:spTree>
    <p:extLst>
      <p:ext uri="{BB962C8B-B14F-4D97-AF65-F5344CB8AC3E}">
        <p14:creationId xmlns:p14="http://schemas.microsoft.com/office/powerpoint/2010/main" val="12962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860CF3-EA9D-4BEE-B62C-0D6567622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Window.h</a:t>
            </a:r>
            <a:r>
              <a:rPr lang="en-US" dirty="0"/>
              <a:t> – User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96582DD-5829-4D96-BE0C-C098A968D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Hosts all interaction with the screen </a:t>
            </a:r>
          </a:p>
          <a:p>
            <a:r>
              <a:rPr lang="en-US" dirty="0"/>
              <a:t>Tasks and UI processes run window functions</a:t>
            </a:r>
          </a:p>
          <a:p>
            <a:r>
              <a:rPr lang="en-US" dirty="0"/>
              <a:t>Windows are created in the main and passed where they a are needed</a:t>
            </a:r>
          </a:p>
          <a:p>
            <a:r>
              <a:rPr lang="en-US" dirty="0"/>
              <a:t>UI thread is a loop that checks for input</a:t>
            </a:r>
          </a:p>
        </p:txBody>
      </p:sp>
    </p:spTree>
    <p:extLst>
      <p:ext uri="{BB962C8B-B14F-4D97-AF65-F5344CB8AC3E}">
        <p14:creationId xmlns:p14="http://schemas.microsoft.com/office/powerpoint/2010/main" val="3658833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E5EEFC-A8DE-4AA5-86E5-40439DCA3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Ultima OS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9DC5653-0CEF-4FC7-ACEB-C48167324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 algn="ctr">
              <a:buNone/>
            </a:pPr>
            <a:endParaRPr lang="en-US" dirty="0"/>
          </a:p>
          <a:p>
            <a:pPr marL="36900" indent="0" algn="ctr">
              <a:buNone/>
            </a:pPr>
            <a:endParaRPr lang="en-US" dirty="0"/>
          </a:p>
          <a:p>
            <a:pPr marL="36900" indent="0" algn="ctr">
              <a:buNone/>
            </a:pPr>
            <a:r>
              <a:rPr lang="en-US" dirty="0" err="1"/>
              <a:t>Ncurses</a:t>
            </a:r>
            <a:r>
              <a:rPr lang="en-US" dirty="0"/>
              <a:t> – </a:t>
            </a:r>
            <a:r>
              <a:rPr lang="en-US" dirty="0" err="1"/>
              <a:t>Pthreads</a:t>
            </a:r>
            <a:r>
              <a:rPr lang="en-US" dirty="0"/>
              <a:t> </a:t>
            </a:r>
          </a:p>
          <a:p>
            <a:pPr marL="36900" indent="0" algn="ctr">
              <a:buNone/>
            </a:pPr>
            <a:r>
              <a:rPr lang="en-US" dirty="0"/>
              <a:t>Queue Template</a:t>
            </a:r>
          </a:p>
          <a:p>
            <a:pPr marL="36900" indent="0" algn="ctr">
              <a:buNone/>
            </a:pPr>
            <a:r>
              <a:rPr lang="en-US" dirty="0" err="1"/>
              <a:t>Sheduler</a:t>
            </a:r>
            <a:r>
              <a:rPr lang="en-US" dirty="0"/>
              <a:t> – Window </a:t>
            </a:r>
          </a:p>
          <a:p>
            <a:pPr marL="36900" indent="0" algn="ctr">
              <a:buNone/>
            </a:pPr>
            <a:r>
              <a:rPr lang="en-US" dirty="0"/>
              <a:t>Semaphores</a:t>
            </a:r>
          </a:p>
          <a:p>
            <a:pPr marL="36900" indent="0" algn="ctr">
              <a:buNone/>
            </a:pPr>
            <a:r>
              <a:rPr lang="en-US" dirty="0"/>
              <a:t>IPC – Memory Management – File system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xmlns="" id="{A44451E7-4F11-4D32-9C1F-BDD9A31142B8}"/>
              </a:ext>
            </a:extLst>
          </p:cNvPr>
          <p:cNvSpPr/>
          <p:nvPr/>
        </p:nvSpPr>
        <p:spPr>
          <a:xfrm>
            <a:off x="2988297" y="3110846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517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C3A33A-C1DC-4822-8EA2-37B04387D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E5BE228-4595-4115-9F53-051C7DC21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62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C8CC068-54B0-48EE-B6A2-13F13A526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7305512-004B-4275-AF40-1E36FE9B8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TCB – Task Control Block</a:t>
            </a:r>
          </a:p>
          <a:p>
            <a:r>
              <a:rPr lang="en-US" dirty="0"/>
              <a:t>File System</a:t>
            </a:r>
          </a:p>
          <a:p>
            <a:r>
              <a:rPr lang="en-US" dirty="0" err="1"/>
              <a:t>Inode</a:t>
            </a:r>
            <a:endParaRPr lang="en-US" dirty="0"/>
          </a:p>
          <a:p>
            <a:r>
              <a:rPr lang="en-US" dirty="0"/>
              <a:t>Memory </a:t>
            </a:r>
          </a:p>
        </p:txBody>
      </p:sp>
    </p:spTree>
    <p:extLst>
      <p:ext uri="{BB962C8B-B14F-4D97-AF65-F5344CB8AC3E}">
        <p14:creationId xmlns:p14="http://schemas.microsoft.com/office/powerpoint/2010/main" val="2737439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8EEB96-B1FC-463C-B636-47FC6BC05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C61AD28-8B1E-4254-9578-B4DD81206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Phase 1 – Semaphore and Scheduler</a:t>
            </a:r>
          </a:p>
          <a:p>
            <a:r>
              <a:rPr lang="en-US" dirty="0"/>
              <a:t>Phase 2 – Inter-process Communication</a:t>
            </a:r>
          </a:p>
          <a:p>
            <a:r>
              <a:rPr lang="en-US" dirty="0"/>
              <a:t>Phase 3 – Memory Management</a:t>
            </a:r>
          </a:p>
          <a:p>
            <a:r>
              <a:rPr lang="en-US" dirty="0"/>
              <a:t>Phase 4 – File system </a:t>
            </a:r>
          </a:p>
          <a:p>
            <a:r>
              <a:rPr lang="en-US" dirty="0"/>
              <a:t>Integration Testing</a:t>
            </a:r>
          </a:p>
        </p:txBody>
      </p:sp>
    </p:spTree>
    <p:extLst>
      <p:ext uri="{BB962C8B-B14F-4D97-AF65-F5344CB8AC3E}">
        <p14:creationId xmlns:p14="http://schemas.microsoft.com/office/powerpoint/2010/main" val="923596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4CF4CAB-16EB-49D0-9F54-5CC5C285D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 Testcase ‘1’’2’’3’’r’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EA6B119-4B68-46D4-9943-433CF048F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operation of Ultima</a:t>
            </a:r>
          </a:p>
          <a:p>
            <a:r>
              <a:rPr lang="en-US" dirty="0"/>
              <a:t>Cases 1,2, and 3 kill the specific task</a:t>
            </a:r>
          </a:p>
          <a:p>
            <a:r>
              <a:rPr lang="en-US" dirty="0"/>
              <a:t>R induces deadlock by calling a semaphore</a:t>
            </a:r>
          </a:p>
        </p:txBody>
      </p:sp>
    </p:spTree>
    <p:extLst>
      <p:ext uri="{BB962C8B-B14F-4D97-AF65-F5344CB8AC3E}">
        <p14:creationId xmlns:p14="http://schemas.microsoft.com/office/powerpoint/2010/main" val="2480457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5AB88F2-5E64-4E2F-8DAE-5A1B1E5CC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54" y="968188"/>
            <a:ext cx="12130609" cy="4823013"/>
          </a:xfrm>
        </p:spPr>
      </p:pic>
    </p:spTree>
    <p:extLst>
      <p:ext uri="{BB962C8B-B14F-4D97-AF65-F5344CB8AC3E}">
        <p14:creationId xmlns:p14="http://schemas.microsoft.com/office/powerpoint/2010/main" val="2284196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7883"/>
            <a:ext cx="12216278" cy="5836023"/>
          </a:xfrm>
        </p:spPr>
      </p:pic>
    </p:spTree>
    <p:extLst>
      <p:ext uri="{BB962C8B-B14F-4D97-AF65-F5344CB8AC3E}">
        <p14:creationId xmlns:p14="http://schemas.microsoft.com/office/powerpoint/2010/main" val="493611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88" y="385228"/>
            <a:ext cx="11800175" cy="6159008"/>
          </a:xfrm>
        </p:spPr>
      </p:pic>
    </p:spTree>
    <p:extLst>
      <p:ext uri="{BB962C8B-B14F-4D97-AF65-F5344CB8AC3E}">
        <p14:creationId xmlns:p14="http://schemas.microsoft.com/office/powerpoint/2010/main" val="4249851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030DCCA-D7B7-459C-9EEE-9E5C4D5C0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 Testcase ‘z’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52914AE-3684-44EF-A731-DFA772CE8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Print messages in task1 box</a:t>
            </a:r>
          </a:p>
          <a:p>
            <a:r>
              <a:rPr lang="en-US" dirty="0"/>
              <a:t>Print # of messages in task1 box</a:t>
            </a:r>
          </a:p>
          <a:p>
            <a:r>
              <a:rPr lang="en-US" dirty="0"/>
              <a:t>Print # of messages in all boxes</a:t>
            </a:r>
          </a:p>
          <a:p>
            <a:r>
              <a:rPr lang="en-US" dirty="0"/>
              <a:t>Delete messages in task1 box</a:t>
            </a:r>
          </a:p>
          <a:p>
            <a:r>
              <a:rPr lang="en-US" dirty="0"/>
              <a:t>Print # of messages in task1 box</a:t>
            </a:r>
          </a:p>
          <a:p>
            <a:r>
              <a:rPr lang="en-US" dirty="0"/>
              <a:t>Print # of messages in all boxes</a:t>
            </a:r>
          </a:p>
        </p:txBody>
      </p:sp>
    </p:spTree>
    <p:extLst>
      <p:ext uri="{BB962C8B-B14F-4D97-AF65-F5344CB8AC3E}">
        <p14:creationId xmlns:p14="http://schemas.microsoft.com/office/powerpoint/2010/main" val="4021644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030DCCA-D7B7-459C-9EEE-9E5C4D5C0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 Testcase ‘z’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52914AE-3684-44EF-A731-DFA772CE8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IPC.Message_Print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(1,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messwin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 </a:t>
            </a: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// print messages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sprintf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(buff, 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# of messages in task1 box = %d \n" 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IPC.Message_Count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(1));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write_window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messwin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buff);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sprintf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(buff, 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# of messages in all boxes = %d \n" 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IPC.Message_Count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write_window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messwin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buff);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sprintf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(buff, 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Deleting messages in task 1 box \n"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write_window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messwin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buff);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IPC.Message_DeleteAll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sprintf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(buff, 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# of messages in task1 box = %d \n"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,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IPC.Message_Count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(1));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write_window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messwin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buff);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sprintf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(buff, 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# of messages in all boxes = %d \n" 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IPC.Message_Count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write_window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messwin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buff);</a:t>
            </a:r>
          </a:p>
          <a:p>
            <a:pPr marL="369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543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435390-AE63-44E4-98FB-166DFCB3E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 shot of a computer&#10;&#10;Description automatically generated">
            <a:extLst>
              <a:ext uri="{FF2B5EF4-FFF2-40B4-BE49-F238E27FC236}">
                <a16:creationId xmlns:a16="http://schemas.microsoft.com/office/drawing/2014/main" xmlns="" id="{B7538621-890E-45E3-B965-2968B2262B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13" y="251011"/>
            <a:ext cx="11597926" cy="6382871"/>
          </a:xfrm>
        </p:spPr>
      </p:pic>
    </p:spTree>
    <p:extLst>
      <p:ext uri="{BB962C8B-B14F-4D97-AF65-F5344CB8AC3E}">
        <p14:creationId xmlns:p14="http://schemas.microsoft.com/office/powerpoint/2010/main" val="1027919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2F466D-C0CA-4909-91F8-38C3A0C78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3 Testcase ‘m’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38EB51E-4D3A-43CA-9FFB-613CF3BB0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Dump Core</a:t>
            </a:r>
          </a:p>
          <a:p>
            <a:r>
              <a:rPr lang="en-US" dirty="0"/>
              <a:t>Print largest, smallest, left</a:t>
            </a:r>
          </a:p>
          <a:p>
            <a:r>
              <a:rPr lang="en-US" dirty="0"/>
              <a:t>Print mem usage</a:t>
            </a:r>
          </a:p>
          <a:p>
            <a:r>
              <a:rPr lang="en-US" dirty="0"/>
              <a:t>Overloaded </a:t>
            </a:r>
            <a:r>
              <a:rPr lang="en-US" dirty="0" err="1"/>
              <a:t>memwrite</a:t>
            </a:r>
            <a:endParaRPr lang="en-US" dirty="0"/>
          </a:p>
          <a:p>
            <a:r>
              <a:rPr lang="en-US" dirty="0"/>
              <a:t>Dump Core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610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2F466D-C0CA-4909-91F8-38C3A0C78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3 Testcase ‘m’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38EB51E-4D3A-43CA-9FFB-613CF3BB0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Mem_Mgr.Core_Dump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  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write_window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Calling </a:t>
            </a:r>
            <a:r>
              <a:rPr lang="en-US" dirty="0" err="1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Core_Dump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()\n"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write_window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Printing memory data: \n"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sprintf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(buff, 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memory largest: %d smallest: %d left: %d \n"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Mem_Mgr.Mem_Largest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(), 	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Mem_Mgr.Mem_Smallest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(),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Mem_Mgr.Mem_Left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write_window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buff);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write_window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Calling </a:t>
            </a:r>
            <a:r>
              <a:rPr lang="en-US" dirty="0" err="1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Mem_Usage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()\n"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Mem_Mgr.Mem_Usage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write_window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Calling Overloaded </a:t>
            </a:r>
            <a:r>
              <a:rPr lang="en-US" dirty="0" err="1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Mem_Write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\n"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Mem_Mgr.Mem_Write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tcb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-&gt;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memhandle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9,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textsize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text);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write_window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Another call to </a:t>
            </a:r>
            <a:r>
              <a:rPr lang="en-US" dirty="0" err="1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Core_Dump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()\n"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Mem_Mgr.Core_Dump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pPr marL="369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750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093" y="1"/>
            <a:ext cx="7096272" cy="6875892"/>
          </a:xfrm>
        </p:spPr>
      </p:pic>
    </p:spTree>
    <p:extLst>
      <p:ext uri="{BB962C8B-B14F-4D97-AF65-F5344CB8AC3E}">
        <p14:creationId xmlns:p14="http://schemas.microsoft.com/office/powerpoint/2010/main" val="1892353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73F60F-264A-481D-AE8F-CB2B83245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xmlns="" id="{438F952E-28C7-4FC0-B6B3-0A3912CF51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413" y="52316"/>
            <a:ext cx="9260540" cy="6805684"/>
          </a:xfrm>
        </p:spPr>
      </p:pic>
    </p:spTree>
    <p:extLst>
      <p:ext uri="{BB962C8B-B14F-4D97-AF65-F5344CB8AC3E}">
        <p14:creationId xmlns:p14="http://schemas.microsoft.com/office/powerpoint/2010/main" val="3329937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811" y="1"/>
            <a:ext cx="7130518" cy="6864372"/>
          </a:xfrm>
        </p:spPr>
      </p:pic>
    </p:spTree>
    <p:extLst>
      <p:ext uri="{BB962C8B-B14F-4D97-AF65-F5344CB8AC3E}">
        <p14:creationId xmlns:p14="http://schemas.microsoft.com/office/powerpoint/2010/main" val="38590363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964" y="0"/>
            <a:ext cx="7096154" cy="6856347"/>
          </a:xfrm>
        </p:spPr>
      </p:pic>
    </p:spTree>
    <p:extLst>
      <p:ext uri="{BB962C8B-B14F-4D97-AF65-F5344CB8AC3E}">
        <p14:creationId xmlns:p14="http://schemas.microsoft.com/office/powerpoint/2010/main" val="36186053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134" y="1731963"/>
            <a:ext cx="7372207" cy="4059237"/>
          </a:xfrm>
        </p:spPr>
      </p:pic>
    </p:spTree>
    <p:extLst>
      <p:ext uri="{BB962C8B-B14F-4D97-AF65-F5344CB8AC3E}">
        <p14:creationId xmlns:p14="http://schemas.microsoft.com/office/powerpoint/2010/main" val="10662234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445D5D6-7D6A-4165-9FDB-201401ABC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4 Testcase ‘f’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ACFE881-6C65-4B06-B621-2B8788E9A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Print Dir</a:t>
            </a:r>
          </a:p>
          <a:p>
            <a:r>
              <a:rPr lang="en-US" dirty="0"/>
              <a:t>Create file with permissions 1100</a:t>
            </a:r>
          </a:p>
          <a:p>
            <a:r>
              <a:rPr lang="en-US" dirty="0"/>
              <a:t>Open</a:t>
            </a:r>
          </a:p>
          <a:p>
            <a:r>
              <a:rPr lang="en-US" dirty="0"/>
              <a:t>Write char and print Dir</a:t>
            </a:r>
          </a:p>
          <a:p>
            <a:r>
              <a:rPr lang="en-US" dirty="0"/>
              <a:t>Change  permissions to 1111 and print Dir</a:t>
            </a:r>
          </a:p>
          <a:p>
            <a:r>
              <a:rPr lang="en-US" dirty="0"/>
              <a:t>Dump</a:t>
            </a:r>
          </a:p>
          <a:p>
            <a:r>
              <a:rPr lang="en-US" dirty="0"/>
              <a:t>Read and print </a:t>
            </a:r>
          </a:p>
          <a:p>
            <a:r>
              <a:rPr lang="en-US" dirty="0"/>
              <a:t>Delete file and print Dir</a:t>
            </a:r>
          </a:p>
          <a:p>
            <a:r>
              <a:rPr lang="en-US" dirty="0"/>
              <a:t>Dump</a:t>
            </a:r>
          </a:p>
        </p:txBody>
      </p:sp>
    </p:spTree>
    <p:extLst>
      <p:ext uri="{BB962C8B-B14F-4D97-AF65-F5344CB8AC3E}">
        <p14:creationId xmlns:p14="http://schemas.microsoft.com/office/powerpoint/2010/main" val="8231542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D74125-AB35-4292-B9D8-94F72D7F8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xmlns="" id="{DEEA3EFF-BBE1-4E5A-84E0-7EBCB3ACA3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7628"/>
            <a:ext cx="4142998" cy="4059237"/>
          </a:xfrm>
        </p:spPr>
      </p:pic>
      <p:pic>
        <p:nvPicPr>
          <p:cNvPr id="7" name="Picture 6" descr="A screenshot of text&#10;&#10;Description automatically generated">
            <a:extLst>
              <a:ext uri="{FF2B5EF4-FFF2-40B4-BE49-F238E27FC236}">
                <a16:creationId xmlns:a16="http://schemas.microsoft.com/office/drawing/2014/main" xmlns="" id="{43E04F55-30D9-4CE1-BF03-42CBC8B2C0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4857" y="609600"/>
            <a:ext cx="6154009" cy="595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2870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445D5D6-7D6A-4165-9FDB-201401ABC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4 Testcase ‘f’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ACFE881-6C65-4B06-B621-2B8788E9A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write_window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"f \n Ultima # "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write_window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calling Dir();\n"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superuser.Dir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write_window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calling </a:t>
            </a:r>
            <a:r>
              <a:rPr lang="en-US" dirty="0" err="1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Create_File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uifile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);\n"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per[4] = {1, 1, 0, 0};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superuser.Create_file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tcb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-&gt;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thread_no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(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*)"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uifile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", 120, per);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write_window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calling open(</a:t>
            </a:r>
            <a:r>
              <a:rPr lang="en-US" dirty="0" err="1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uifile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)\n"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superuser.Open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tcb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-&gt;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thread_no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tcb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-&gt;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thread_no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,(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*)"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uifile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",(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*)"w")){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write_window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open success\n"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}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</a:p>
          <a:p>
            <a:pPr marL="45720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write_window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open fail\n"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}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write_window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calling </a:t>
            </a:r>
            <a:r>
              <a:rPr lang="en-US" dirty="0" err="1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write_char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uifile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x)\n"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superuser.Write_Char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tcb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-&gt;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thread_no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(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*)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en-US" dirty="0" err="1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uifile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*)"x");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write_window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calling Dir();\n"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superuser.Dir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perm[4] = { 1, 1, 1, 1 };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write_window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calling change permissions(1,1,1,1) </a:t>
            </a:r>
            <a:r>
              <a:rPr lang="en-US" dirty="0" err="1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uifile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\n"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);</a:t>
            </a:r>
          </a:p>
        </p:txBody>
      </p:sp>
    </p:spTree>
    <p:extLst>
      <p:ext uri="{BB962C8B-B14F-4D97-AF65-F5344CB8AC3E}">
        <p14:creationId xmlns:p14="http://schemas.microsoft.com/office/powerpoint/2010/main" val="29350902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445D5D6-7D6A-4165-9FDB-201401ABC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4 Testcase ‘f’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ACFE881-6C65-4B06-B621-2B8788E9A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superuser.Change_Permission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tcb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-&gt;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thread_no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(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*)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en-US" dirty="0" err="1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uifile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perm,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write_window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calling Dir(task id);\n" 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superuser.Dir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tcb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-&gt;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thread_no,memwin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write_window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calling dump\n"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superuser.dump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write_window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calling read\n"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superuser.Read_Char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tcb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-&gt;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thread_no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(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*)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"</a:t>
            </a:r>
            <a:r>
              <a:rPr lang="en-US" dirty="0" err="1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uifile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&amp;v);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buffread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[256];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sprintf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(buff, 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read in from </a:t>
            </a:r>
            <a:r>
              <a:rPr lang="en-US" dirty="0" err="1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uifile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%c \n"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write_window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buff 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write_window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calling delete(</a:t>
            </a:r>
            <a:r>
              <a:rPr lang="en-US" dirty="0" err="1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uifile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)\n"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superuser.Del_file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tcb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-&gt;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thread_no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(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*)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en-US" dirty="0" err="1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uifile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write_window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calling Dir();\n"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superuser.Dir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write_window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calling dump\n"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);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superuser.dump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memwin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635885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431</TotalTime>
  <Words>751</Words>
  <Application>Microsoft Office PowerPoint</Application>
  <PresentationFormat>Widescreen</PresentationFormat>
  <Paragraphs>146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Calibri</vt:lpstr>
      <vt:lpstr>Calisto MT</vt:lpstr>
      <vt:lpstr>Times New Roman</vt:lpstr>
      <vt:lpstr>Trebuchet MS</vt:lpstr>
      <vt:lpstr>Wingdings 2</vt:lpstr>
      <vt:lpstr>Slate</vt:lpstr>
      <vt:lpstr>Ultima 2.0</vt:lpstr>
      <vt:lpstr>Semaphore.h - Mutual exclusion</vt:lpstr>
      <vt:lpstr>Scheduler.h – Round Robin</vt:lpstr>
      <vt:lpstr>IPC.h – Inter Process Communication</vt:lpstr>
      <vt:lpstr>Memory.h – Memory Management</vt:lpstr>
      <vt:lpstr>UFS.h – Ultima File System</vt:lpstr>
      <vt:lpstr>Queue.h – Template Queue</vt:lpstr>
      <vt:lpstr>Window.h – User Interface</vt:lpstr>
      <vt:lpstr>Ultima OS layers</vt:lpstr>
      <vt:lpstr>Data Flow</vt:lpstr>
      <vt:lpstr>Data Structures</vt:lpstr>
      <vt:lpstr>Test Scenarios</vt:lpstr>
      <vt:lpstr>Phase 1 Testcase ‘1’’2’’3’’r’</vt:lpstr>
      <vt:lpstr>PowerPoint Presentation</vt:lpstr>
      <vt:lpstr>PowerPoint Presentation</vt:lpstr>
      <vt:lpstr>PowerPoint Presentation</vt:lpstr>
      <vt:lpstr>Phase 2 Testcase ‘z’</vt:lpstr>
      <vt:lpstr>Phase 2 Testcase ‘z’</vt:lpstr>
      <vt:lpstr>PowerPoint Presentation</vt:lpstr>
      <vt:lpstr>Phase 3 Testcase ‘m’</vt:lpstr>
      <vt:lpstr>Phase 3 Testcase ‘m’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Phase 4 Testcase ‘f’</vt:lpstr>
      <vt:lpstr>PowerPoint Presentation</vt:lpstr>
      <vt:lpstr>Phase 4 Testcase ‘f’</vt:lpstr>
      <vt:lpstr>Phase 4 Testcase ‘f’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Ultima 2.0</dc:title>
  <dc:creator>Drake Wood</dc:creator>
  <cp:lastModifiedBy>James</cp:lastModifiedBy>
  <cp:revision>15</cp:revision>
  <dcterms:created xsi:type="dcterms:W3CDTF">2019-04-30T00:19:56Z</dcterms:created>
  <dcterms:modified xsi:type="dcterms:W3CDTF">2019-04-30T16:27:00Z</dcterms:modified>
</cp:coreProperties>
</file>