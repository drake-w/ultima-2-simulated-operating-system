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0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38" y="14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4/29/2019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5111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4/29/2019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822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4/29/2019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7154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4/29/2019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0413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4/29/2019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897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4/29/2019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489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4/29/2019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1008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4/29/2019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049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4/29/2019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664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4/29/2019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636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4/29/2019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6622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4/29/2019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519579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4/29/2019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399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4/29/2019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5521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4/29/2019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7806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4/29/2019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9111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92EE9-4F16-42FD-9083-B6A56A53B414}" type="datetimeFigureOut">
              <a:rPr lang="en-US" smtClean="0"/>
              <a:t>4/29/2019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5658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54092EE9-4F16-42FD-9083-B6A56A53B414}" type="datetimeFigureOut">
              <a:rPr lang="en-US" smtClean="0"/>
              <a:t>4/29/2019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C83BB82B-6760-44D2-97E2-A467C51AA4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49016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8081D-2CAF-46E4-B965-6B5F7E5CC7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Ultima 2.0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A41350-0342-4932-9094-08FBE8C2F1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Drake Wood – James </a:t>
            </a:r>
            <a:r>
              <a:rPr lang="en-US" dirty="0" err="1"/>
              <a:t>Geigerich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23086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D838F-BC08-4FBE-A8F6-922D984BB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Semaphore.h</a:t>
            </a:r>
            <a:r>
              <a:rPr lang="en-US" dirty="0"/>
              <a:t> - Mutual exclusion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0871D8-0BFF-44CF-8C1A-A78C690596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Protects resources</a:t>
            </a:r>
          </a:p>
          <a:p>
            <a:r>
              <a:rPr lang="en-US" dirty="0"/>
              <a:t>Binary semaphore  </a:t>
            </a:r>
          </a:p>
          <a:p>
            <a:r>
              <a:rPr lang="en-US" dirty="0"/>
              <a:t>Uses Queue template class</a:t>
            </a:r>
          </a:p>
          <a:p>
            <a:r>
              <a:rPr lang="en-US" dirty="0"/>
              <a:t>Blocked processes wait in queue</a:t>
            </a:r>
          </a:p>
          <a:p>
            <a:r>
              <a:rPr lang="en-US" dirty="0"/>
              <a:t>Multiple semaphores for different resources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450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7B8C3-25BC-4BF6-8F7A-BCA7E3115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Scheduler.h</a:t>
            </a:r>
            <a:r>
              <a:rPr lang="en-US" dirty="0"/>
              <a:t> – Round Robin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BCA8A-382C-4CC7-A6EC-305FA37C32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control over processes</a:t>
            </a:r>
          </a:p>
          <a:p>
            <a:r>
              <a:rPr lang="en-US" dirty="0"/>
              <a:t>States and info held in TCB – task control block</a:t>
            </a:r>
          </a:p>
          <a:p>
            <a:r>
              <a:rPr lang="en-US" dirty="0"/>
              <a:t>Template Queue  of TCBs</a:t>
            </a:r>
          </a:p>
          <a:p>
            <a:r>
              <a:rPr lang="en-US" dirty="0"/>
              <a:t>Running, Ready, Blocked</a:t>
            </a:r>
          </a:p>
          <a:p>
            <a:r>
              <a:rPr lang="en-US" dirty="0"/>
              <a:t>Self yielding</a:t>
            </a:r>
          </a:p>
        </p:txBody>
      </p:sp>
    </p:spTree>
    <p:extLst>
      <p:ext uri="{BB962C8B-B14F-4D97-AF65-F5344CB8AC3E}">
        <p14:creationId xmlns:p14="http://schemas.microsoft.com/office/powerpoint/2010/main" val="9370408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C3F7A-BEDA-4B76-B83E-193A30C4D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IPC.h</a:t>
            </a:r>
            <a:r>
              <a:rPr lang="en-US" dirty="0"/>
              <a:t> – Inter Process Communication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69E4D-1A1C-41F5-971B-313988E9BD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Facilitate message passing between processes</a:t>
            </a:r>
          </a:p>
          <a:p>
            <a:r>
              <a:rPr lang="en-US" dirty="0"/>
              <a:t>Send and receive </a:t>
            </a:r>
          </a:p>
          <a:p>
            <a:r>
              <a:rPr lang="en-US" dirty="0"/>
              <a:t>Mailbox functionality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49154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045DC-8ABA-4DA0-A018-F9497FDFA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Memory.h</a:t>
            </a:r>
            <a:r>
              <a:rPr lang="en-US" dirty="0"/>
              <a:t> – Memory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6A6D5-7BDB-4104-8437-2CEDC491DD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Uses  an array as a memory space</a:t>
            </a:r>
          </a:p>
          <a:p>
            <a:r>
              <a:rPr lang="en-US" dirty="0"/>
              <a:t>Allocates memory for processes upon request</a:t>
            </a:r>
          </a:p>
          <a:p>
            <a:r>
              <a:rPr lang="en-US" dirty="0"/>
              <a:t>Reads and writes</a:t>
            </a:r>
          </a:p>
          <a:p>
            <a:r>
              <a:rPr lang="en-US" dirty="0"/>
              <a:t>Cleanup </a:t>
            </a:r>
          </a:p>
        </p:txBody>
      </p:sp>
    </p:spTree>
    <p:extLst>
      <p:ext uri="{BB962C8B-B14F-4D97-AF65-F5344CB8AC3E}">
        <p14:creationId xmlns:p14="http://schemas.microsoft.com/office/powerpoint/2010/main" val="40401642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11E21-E649-4C2B-AD0B-82277E1D2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UFS.h</a:t>
            </a:r>
            <a:r>
              <a:rPr lang="en-US" dirty="0"/>
              <a:t> – Ultima File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240AF0-4269-4489-9610-8CBFB2369C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 file for data split into blocks</a:t>
            </a:r>
          </a:p>
          <a:p>
            <a:r>
              <a:rPr lang="en-US" dirty="0" err="1"/>
              <a:t>Inodes</a:t>
            </a:r>
            <a:r>
              <a:rPr lang="en-US" dirty="0"/>
              <a:t> contain all of the information about the file</a:t>
            </a:r>
          </a:p>
          <a:p>
            <a:r>
              <a:rPr lang="en-US" dirty="0" err="1"/>
              <a:t>Inodes</a:t>
            </a:r>
            <a:r>
              <a:rPr lang="en-US" dirty="0"/>
              <a:t> are contained in another file</a:t>
            </a:r>
          </a:p>
          <a:p>
            <a:r>
              <a:rPr lang="en-US" dirty="0" err="1"/>
              <a:t>Name|ID|StartBlock|Size|Permissions|Blocks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5639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8F64E-2BEA-41B5-BA02-3D8DDB743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Queue.h</a:t>
            </a:r>
            <a:r>
              <a:rPr lang="en-US" dirty="0"/>
              <a:t> – Template Queue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04276-9A6C-4BE6-A39D-A7AD2D1791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the base used for classes</a:t>
            </a:r>
          </a:p>
          <a:p>
            <a:r>
              <a:rPr lang="en-US" dirty="0"/>
              <a:t>Linked list </a:t>
            </a:r>
          </a:p>
          <a:p>
            <a:r>
              <a:rPr lang="en-US" dirty="0"/>
              <a:t>Dequeue is used to cycle nodes within other classes</a:t>
            </a:r>
          </a:p>
        </p:txBody>
      </p:sp>
    </p:spTree>
    <p:extLst>
      <p:ext uri="{BB962C8B-B14F-4D97-AF65-F5344CB8AC3E}">
        <p14:creationId xmlns:p14="http://schemas.microsoft.com/office/powerpoint/2010/main" val="129625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60CF3-EA9D-4BEE-B62C-0D6567622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Window.h</a:t>
            </a:r>
            <a:r>
              <a:rPr lang="en-US" dirty="0"/>
              <a:t> – User Interface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6582DD-5829-4D96-BE0C-C098A968D7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Hosts all interaction with the screen </a:t>
            </a:r>
          </a:p>
          <a:p>
            <a:r>
              <a:rPr lang="en-US" dirty="0"/>
              <a:t>Tasks and UI processes run window functions</a:t>
            </a:r>
          </a:p>
          <a:p>
            <a:r>
              <a:rPr lang="en-US" dirty="0"/>
              <a:t>Windows are created in the main and passed where they a are needed</a:t>
            </a:r>
          </a:p>
          <a:p>
            <a:r>
              <a:rPr lang="en-US" dirty="0"/>
              <a:t>UI thread is a loop that checks for input</a:t>
            </a:r>
          </a:p>
        </p:txBody>
      </p:sp>
    </p:spTree>
    <p:extLst>
      <p:ext uri="{BB962C8B-B14F-4D97-AF65-F5344CB8AC3E}">
        <p14:creationId xmlns:p14="http://schemas.microsoft.com/office/powerpoint/2010/main" val="36588331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5EEFC-A8DE-4AA5-86E5-40439DCA3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Ultima OS layers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DC5653-0CEF-4FC7-ACEB-C481673240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5175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3A33A-C1DC-4822-8EA2-37B04387D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5BE228-4595-4115-9F53-051C7DC214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621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CC068-54B0-48EE-B6A2-13F13A526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305512-004B-4275-AF40-1E36FE9B8D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4396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EEB96-B1FC-463C-B636-47FC6BC05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Scenarios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1AD28-8B1E-4254-9578-B4DD812063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59624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216</TotalTime>
  <Words>215</Words>
  <Application>Microsoft Office PowerPoint</Application>
  <PresentationFormat>Widescreen</PresentationFormat>
  <Paragraphs>41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Calisto MT</vt:lpstr>
      <vt:lpstr>Wingdings 2</vt:lpstr>
      <vt:lpstr>Slate</vt:lpstr>
      <vt:lpstr>Ultima 2.0</vt:lpstr>
      <vt:lpstr>Semaphore.h - Mutual exclusion</vt:lpstr>
      <vt:lpstr>Scheduler.h – Round Robin</vt:lpstr>
      <vt:lpstr>IPC.h – Inter Process Communication</vt:lpstr>
      <vt:lpstr>Memory.h – Memory Management</vt:lpstr>
      <vt:lpstr>UFS.h – Ultima File System</vt:lpstr>
      <vt:lpstr>Queue.h – Template Queue</vt:lpstr>
      <vt:lpstr>Window.h – User Interface</vt:lpstr>
      <vt:lpstr>Ultima OS layers</vt:lpstr>
      <vt:lpstr>Data Flow</vt:lpstr>
      <vt:lpstr>Data Structures</vt:lpstr>
      <vt:lpstr>Test Scenarios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Ultima 2.0</dc:title>
  <dc:creator>Drake Wood</dc:creator>
  <cp:lastModifiedBy>Drake Wood</cp:lastModifiedBy>
  <cp:revision>12</cp:revision>
  <dcterms:created xsi:type="dcterms:W3CDTF">2019-04-30T00:19:56Z</dcterms:created>
  <dcterms:modified xsi:type="dcterms:W3CDTF">2019-04-30T03:56:53Z</dcterms:modified>
</cp:coreProperties>
</file>